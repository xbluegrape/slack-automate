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256" r:id="rId5"/>
    <p:sldId id="257" r:id="rId6"/>
    <p:sldId id="286" r:id="rId7"/>
    <p:sldId id="27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89551B-4B08-48A0-A64C-056728D84FD1}" v="1" dt="2025-12-05T21:31:48.7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0655" autoAdjust="0"/>
  </p:normalViewPr>
  <p:slideViewPr>
    <p:cSldViewPr snapToGrid="0">
      <p:cViewPr varScale="1">
        <p:scale>
          <a:sx n="100" d="100"/>
          <a:sy n="100" d="100"/>
        </p:scale>
        <p:origin x="330" y="90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EC733-A119-A77B-D53D-4E5005078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8B1A2C-F95D-1452-AA82-5FD0DC2AE4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152745-2ECE-D31D-B3F3-6D885C8DBD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422771-F7E8-D54F-681D-5D6D09476A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14189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522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pi.slack.com/app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1918" y="3329790"/>
            <a:ext cx="4941771" cy="3200400"/>
          </a:xfrm>
        </p:spPr>
        <p:txBody>
          <a:bodyPr anchor="ctr"/>
          <a:lstStyle/>
          <a:p>
            <a:r>
              <a:rPr lang="en-US" dirty="0"/>
              <a:t>Slack chat bot</a:t>
            </a: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/>
          <a:p>
            <a:r>
              <a:rPr lang="en-US"/>
              <a:t>Create the Slack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199" y="2335060"/>
            <a:ext cx="5733773" cy="3851840"/>
          </a:xfrm>
        </p:spPr>
        <p:txBody>
          <a:bodyPr>
            <a:normAutofit/>
          </a:bodyPr>
          <a:lstStyle/>
          <a:p>
            <a:pPr marL="342900" indent="-342900">
              <a:lnSpc>
                <a:spcPct val="90000"/>
              </a:lnSpc>
              <a:buFont typeface="+mj-lt"/>
              <a:buAutoNum type="arabicPeriod"/>
            </a:pPr>
            <a:r>
              <a:rPr lang="en-US" sz="900" dirty="0"/>
              <a:t>Go to </a:t>
            </a:r>
            <a:r>
              <a:rPr lang="en-CA" sz="900" dirty="0">
                <a:hlinkClick r:id="rId3"/>
              </a:rPr>
              <a:t>api.slack.com/apps</a:t>
            </a:r>
            <a:r>
              <a:rPr lang="en-CA" sz="900" dirty="0"/>
              <a:t>  and create an app from scratch</a:t>
            </a:r>
          </a:p>
          <a:p>
            <a:pPr marL="342900" indent="-342900">
              <a:lnSpc>
                <a:spcPct val="90000"/>
              </a:lnSpc>
              <a:buFont typeface="+mj-lt"/>
              <a:buAutoNum type="arabicPeriod"/>
            </a:pPr>
            <a:r>
              <a:rPr lang="en-US" sz="900" dirty="0"/>
              <a:t>In the left sidebar, click Socket Mode and </a:t>
            </a:r>
            <a:r>
              <a:rPr lang="en-CA" sz="900" dirty="0"/>
              <a:t>"Enable Socket Mode’, generate your token, this would be the ‘APPTKN’ in python script.</a:t>
            </a:r>
          </a:p>
          <a:p>
            <a:pPr marL="342900" indent="-342900">
              <a:lnSpc>
                <a:spcPct val="90000"/>
              </a:lnSpc>
              <a:buFont typeface="+mj-lt"/>
              <a:buAutoNum type="arabicPeriod"/>
            </a:pPr>
            <a:r>
              <a:rPr lang="en-US" sz="900" dirty="0"/>
              <a:t>In the left sidebar, click in OAuth &amp; Permissions, go down and Bot Token Scopes and </a:t>
            </a:r>
            <a:r>
              <a:rPr lang="en-CA" sz="900" dirty="0"/>
              <a:t>Add an OAuth Scope and add:</a:t>
            </a:r>
            <a:br>
              <a:rPr lang="en-CA" sz="900" dirty="0"/>
            </a:br>
            <a:r>
              <a:rPr lang="en-US" sz="900" i="1" u="sng" dirty="0" err="1"/>
              <a:t>groups:history</a:t>
            </a:r>
            <a:br>
              <a:rPr lang="en-US" sz="900" i="1" u="sng" dirty="0"/>
            </a:br>
            <a:r>
              <a:rPr lang="en-US" sz="900" i="1" u="sng" dirty="0" err="1"/>
              <a:t>im:history</a:t>
            </a:r>
            <a:r>
              <a:rPr lang="en-US" sz="900" i="1" u="sng" dirty="0"/>
              <a:t> </a:t>
            </a:r>
            <a:br>
              <a:rPr lang="en-US" sz="900" i="1" u="sng" dirty="0"/>
            </a:br>
            <a:r>
              <a:rPr lang="en-US" sz="900" i="1" u="sng" dirty="0" err="1"/>
              <a:t>mpim:history</a:t>
            </a:r>
            <a:r>
              <a:rPr lang="en-US" sz="900" i="1" u="sng" dirty="0"/>
              <a:t> </a:t>
            </a:r>
          </a:p>
          <a:p>
            <a:pPr marL="342900" indent="-342900">
              <a:lnSpc>
                <a:spcPct val="90000"/>
              </a:lnSpc>
              <a:buFont typeface="+mj-lt"/>
              <a:buAutoNum type="arabicPeriod"/>
            </a:pPr>
            <a:r>
              <a:rPr lang="en-US" sz="900" dirty="0"/>
              <a:t>In the left sidebar, click in Event Subscriptions enable them add Subscribe to bot events:</a:t>
            </a:r>
            <a:br>
              <a:rPr lang="en-US" sz="900" dirty="0"/>
            </a:br>
            <a:r>
              <a:rPr lang="fr-FR" sz="900" i="1" dirty="0" err="1"/>
              <a:t>message.groups</a:t>
            </a:r>
            <a:br>
              <a:rPr lang="fr-FR" sz="900" i="1" dirty="0"/>
            </a:br>
            <a:r>
              <a:rPr lang="fr-FR" sz="900" i="1" dirty="0"/>
              <a:t>message.im</a:t>
            </a:r>
            <a:br>
              <a:rPr lang="fr-FR" sz="900" i="1" dirty="0"/>
            </a:br>
            <a:r>
              <a:rPr lang="fr-FR" sz="900" i="1" dirty="0" err="1"/>
              <a:t>message.mpim</a:t>
            </a:r>
            <a:br>
              <a:rPr lang="en-US" sz="900" i="1" dirty="0"/>
            </a:br>
            <a:r>
              <a:rPr lang="en-US" sz="900" i="1" dirty="0" err="1"/>
              <a:t>message.channels</a:t>
            </a:r>
            <a:endParaRPr lang="en-US" sz="900" i="1" dirty="0"/>
          </a:p>
          <a:p>
            <a:pPr marL="342900" indent="-342900">
              <a:lnSpc>
                <a:spcPct val="90000"/>
              </a:lnSpc>
              <a:buFont typeface="+mj-lt"/>
              <a:buAutoNum type="arabicPeriod"/>
            </a:pPr>
            <a:r>
              <a:rPr lang="en-US" sz="900" dirty="0"/>
              <a:t>SAVE ALL CHANGES</a:t>
            </a:r>
            <a:br>
              <a:rPr lang="en-US" sz="900" dirty="0"/>
            </a:br>
            <a:br>
              <a:rPr lang="en-US" sz="900" dirty="0"/>
            </a:br>
            <a:br>
              <a:rPr lang="en-CA" sz="900" i="1" u="sng" dirty="0"/>
            </a:br>
            <a:endParaRPr lang="en-CA" sz="900" i="1" u="sng" dirty="0"/>
          </a:p>
          <a:p>
            <a:pPr marL="342900" indent="-342900">
              <a:lnSpc>
                <a:spcPct val="90000"/>
              </a:lnSpc>
              <a:buFont typeface="+mj-lt"/>
              <a:buAutoNum type="arabicPeriod"/>
            </a:pPr>
            <a:endParaRPr lang="en-US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E47F4E3-706B-DD4F-5E7A-3067849FBD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3397" y="1489444"/>
            <a:ext cx="5575462" cy="4195533"/>
          </a:xfrm>
          <a:prstGeom prst="rect">
            <a:avLst/>
          </a:prstGeom>
          <a:noFill/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78880-91AA-878A-28D7-4B8744FE0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FC7C6-15BD-D2F9-1A7E-52816632E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0550" y="-415925"/>
            <a:ext cx="5655197" cy="1496217"/>
          </a:xfrm>
        </p:spPr>
        <p:txBody>
          <a:bodyPr anchor="b">
            <a:normAutofit/>
          </a:bodyPr>
          <a:lstStyle/>
          <a:p>
            <a:r>
              <a:rPr lang="en-US" dirty="0"/>
              <a:t>Install APP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C65EB7A-CDF7-DC0F-7838-407A93CB8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pic>
        <p:nvPicPr>
          <p:cNvPr id="6" name="Picture 5" descr="A screenshot of a phone">
            <a:extLst>
              <a:ext uri="{FF2B5EF4-FFF2-40B4-BE49-F238E27FC236}">
                <a16:creationId xmlns:a16="http://schemas.microsoft.com/office/drawing/2014/main" id="{F67701EA-3C43-E14C-D6B3-8CB46AEF96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4" y="1175542"/>
            <a:ext cx="8078695" cy="30209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AFD4727-D3BA-D66A-C35B-5890221D45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1185" y="1865521"/>
            <a:ext cx="6982615" cy="3705599"/>
          </a:xfrm>
          <a:prstGeom prst="rect">
            <a:avLst/>
          </a:prstGeom>
        </p:spPr>
      </p:pic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B6B85046-8FAC-7398-5D18-4A951A5D4211}"/>
              </a:ext>
            </a:extLst>
          </p:cNvPr>
          <p:cNvCxnSpPr>
            <a:cxnSpLocks/>
          </p:cNvCxnSpPr>
          <p:nvPr/>
        </p:nvCxnSpPr>
        <p:spPr>
          <a:xfrm flipV="1">
            <a:off x="7315200" y="2493242"/>
            <a:ext cx="1085850" cy="879642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1925BE6-75B3-93F1-62AD-625D84487C11}"/>
              </a:ext>
            </a:extLst>
          </p:cNvPr>
          <p:cNvSpPr txBox="1"/>
          <p:nvPr/>
        </p:nvSpPr>
        <p:spPr>
          <a:xfrm>
            <a:off x="8295844" y="4470002"/>
            <a:ext cx="219325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This corresponds to “BOTTKN” in the python file</a:t>
            </a:r>
          </a:p>
          <a:p>
            <a:endParaRPr lang="en-001" dirty="0"/>
          </a:p>
        </p:txBody>
      </p: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EC29A950-9B37-C795-3E8B-6D626554BB48}"/>
              </a:ext>
            </a:extLst>
          </p:cNvPr>
          <p:cNvCxnSpPr>
            <a:cxnSpLocks/>
          </p:cNvCxnSpPr>
          <p:nvPr/>
        </p:nvCxnSpPr>
        <p:spPr>
          <a:xfrm>
            <a:off x="7534275" y="4061764"/>
            <a:ext cx="794942" cy="679701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7965DC8-2F3B-D40F-5122-94AC58C88CBD}"/>
              </a:ext>
            </a:extLst>
          </p:cNvPr>
          <p:cNvSpPr txBox="1"/>
          <p:nvPr/>
        </p:nvSpPr>
        <p:spPr>
          <a:xfrm>
            <a:off x="8506646" y="2041389"/>
            <a:ext cx="17716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This corresponds to “APPTKN” in the python file</a:t>
            </a:r>
          </a:p>
          <a:p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985025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8DBD1-DB29-D44F-FD5A-3071BB37E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6215" y="322911"/>
            <a:ext cx="4179570" cy="1265582"/>
          </a:xfrm>
        </p:spPr>
        <p:txBody>
          <a:bodyPr/>
          <a:lstStyle/>
          <a:p>
            <a:r>
              <a:rPr lang="en-US" dirty="0"/>
              <a:t>Getting the channel ID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8A35F8-87E7-49C5-ED6C-46FA3044BE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132" y="3309740"/>
            <a:ext cx="5096586" cy="28293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8ECCCD7-DD5F-1909-95A5-664CC007F6EE}"/>
              </a:ext>
            </a:extLst>
          </p:cNvPr>
          <p:cNvSpPr txBox="1"/>
          <p:nvPr/>
        </p:nvSpPr>
        <p:spPr>
          <a:xfrm>
            <a:off x="741045" y="2386410"/>
            <a:ext cx="36385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chemeClr val="accent1">
                    <a:lumMod val="10000"/>
                  </a:schemeClr>
                </a:solidFill>
              </a:rPr>
              <a:t>Right click in the channel you want to get the ID from and click ‘conversation details’</a:t>
            </a:r>
            <a:endParaRPr lang="en-001" dirty="0">
              <a:solidFill>
                <a:schemeClr val="accent1">
                  <a:lumMod val="10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F3DC8F-73F4-DC96-5926-9B06A3A4B5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3440" y="1485900"/>
            <a:ext cx="3575952" cy="4848225"/>
          </a:xfrm>
          <a:prstGeom prst="rect">
            <a:avLst/>
          </a:prstGeom>
        </p:spPr>
      </p:pic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C0406315-0570-8BC1-48E7-2CB544793F5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528620" y="5727005"/>
            <a:ext cx="484385" cy="339725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879611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{8F3F2604-3A63-4BC6-99BC-5AD8BBE61300}TF7521aafa-c748-4c40-a498-ba511be234dc5b1b6097_win32-5039330bb2f3</Template>
  <TotalTime>124</TotalTime>
  <Words>177</Words>
  <Application>Microsoft Office PowerPoint</Application>
  <PresentationFormat>Widescreen</PresentationFormat>
  <Paragraphs>18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Tenorite</vt:lpstr>
      <vt:lpstr>Custom</vt:lpstr>
      <vt:lpstr>Slack chat bot</vt:lpstr>
      <vt:lpstr>Create the Slack app</vt:lpstr>
      <vt:lpstr>Install APP</vt:lpstr>
      <vt:lpstr>Getting the channel ID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Sofia Paola Reyes Korczak</dc:creator>
  <cp:lastModifiedBy>Sofia Paola Reyes Korczak</cp:lastModifiedBy>
  <cp:revision>2</cp:revision>
  <dcterms:created xsi:type="dcterms:W3CDTF">2025-12-05T20:07:15Z</dcterms:created>
  <dcterms:modified xsi:type="dcterms:W3CDTF">2025-12-05T22:11:51Z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